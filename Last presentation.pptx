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2" r:id="rId4"/>
    <p:sldId id="264" r:id="rId5"/>
    <p:sldId id="263" r:id="rId6"/>
    <p:sldId id="258" r:id="rId7"/>
    <p:sldId id="259"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heme" Target="theme/theme1.xml" /><Relationship Id="rId5" Type="http://schemas.openxmlformats.org/officeDocument/2006/relationships/slide" Target="slides/slide4.xml" /><Relationship Id="rId10"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ctrTitle"/>
          </p:nvPr>
        </p:nvSpPr>
        <p:spPr>
          <a:xfrm>
            <a:off x="3962399" y="1964267"/>
            <a:ext cx="7197727" cy="2421464"/>
          </a:xfrm>
        </p:spPr>
        <p:txBody>
          <a:bodyPr anchor="b">
            <a:normAutofit/>
          </a:bodyPr>
          <a:lstStyle>
            <a:lvl1pPr algn="r">
              <a:defRPr sz="36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4"/>
            <a:ext cx="7197727" cy="1405467"/>
          </a:xfrm>
        </p:spPr>
        <p:txBody>
          <a:bodyPr anchor="t">
            <a:normAutofit/>
          </a:bodyPr>
          <a:lstStyle>
            <a:lvl1pPr marL="0" indent="0" algn="r">
              <a:buNone/>
              <a:defRPr sz="1350" cap="all">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9" y="5870577"/>
            <a:ext cx="1600200" cy="377825"/>
          </a:xfrm>
        </p:spPr>
        <p:txBody>
          <a:bodyPr/>
          <a:lstStyle/>
          <a:p>
            <a:fld id="{B61BEF0D-F0BB-DE4B-95CE-6DB70DBA9567}" type="datetimeFigureOut">
              <a:rPr lang="en-US" dirty="0"/>
              <a:pPr/>
              <a:t>9/26/2025</a:t>
            </a:fld>
            <a:endParaRPr lang="en-US" dirty="0"/>
          </a:p>
        </p:txBody>
      </p:sp>
      <p:sp>
        <p:nvSpPr>
          <p:cNvPr id="5" name="Footer Placeholder 4"/>
          <p:cNvSpPr>
            <a:spLocks noGrp="1"/>
          </p:cNvSpPr>
          <p:nvPr>
            <p:ph type="ftr" sz="quarter" idx="11"/>
          </p:nvPr>
        </p:nvSpPr>
        <p:spPr>
          <a:xfrm>
            <a:off x="3962399" y="5870577"/>
            <a:ext cx="4893959" cy="377825"/>
          </a:xfrm>
        </p:spPr>
        <p:txBody>
          <a:bodyPr/>
          <a:lstStyle/>
          <a:p>
            <a:endParaRPr lang="en-US" dirty="0"/>
          </a:p>
        </p:txBody>
      </p:sp>
      <p:sp>
        <p:nvSpPr>
          <p:cNvPr id="6" name="Slide Number Placeholder 5"/>
          <p:cNvSpPr>
            <a:spLocks noGrp="1"/>
          </p:cNvSpPr>
          <p:nvPr>
            <p:ph type="sldNum" sz="quarter" idx="12"/>
          </p:nvPr>
        </p:nvSpPr>
        <p:spPr>
          <a:xfrm>
            <a:off x="10608959" y="5870577"/>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transition spd="slow">
    <p:comb/>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3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1500" cap="all">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5"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9"/>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5" cy="576262"/>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4" y="2226734"/>
            <a:ext cx="4722813" cy="576262"/>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5"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4648200" y="609601"/>
            <a:ext cx="6169027"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1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4" y="914400"/>
            <a:ext cx="3280975"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343400"/>
            <a:ext cx="10131428" cy="144780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2" name="Title 1"/>
          <p:cNvSpPr>
            <a:spLocks noGrp="1"/>
          </p:cNvSpPr>
          <p:nvPr>
            <p:ph type="title"/>
          </p:nvPr>
        </p:nvSpPr>
        <p:spPr>
          <a:xfrm>
            <a:off x="992269" y="609603"/>
            <a:ext cx="9550399" cy="2743199"/>
          </a:xfrm>
        </p:spPr>
        <p:txBody>
          <a:bodyPr anchor="ctr">
            <a:normAutofit/>
          </a:bodyPr>
          <a:lstStyle>
            <a:lvl1pPr algn="l">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6" y="4343400"/>
            <a:ext cx="10152367" cy="144780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3" y="3308581"/>
            <a:ext cx="10131425" cy="1468800"/>
          </a:xfrm>
        </p:spPr>
        <p:txBody>
          <a:bodyPr anchor="b">
            <a:normAutofit/>
          </a:bodyPr>
          <a:lstStyle>
            <a:lvl1pPr algn="l">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777381"/>
            <a:ext cx="10131427" cy="8604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6" name="Title 1"/>
          <p:cNvSpPr>
            <a:spLocks noGrp="1"/>
          </p:cNvSpPr>
          <p:nvPr>
            <p:ph type="title"/>
          </p:nvPr>
        </p:nvSpPr>
        <p:spPr>
          <a:xfrm>
            <a:off x="992269" y="609603"/>
            <a:ext cx="9550399" cy="2743199"/>
          </a:xfrm>
        </p:spPr>
        <p:txBody>
          <a:bodyPr anchor="ctr">
            <a:normAutofit/>
          </a:bodyPr>
          <a:lstStyle>
            <a:lvl1pPr algn="l">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1" y="3886200"/>
            <a:ext cx="10135436" cy="889000"/>
          </a:xfrm>
        </p:spPr>
        <p:txBody>
          <a:bodyPr vert="horz" lIns="91440" tIns="45720" rIns="91440" bIns="45720" rtlCol="0" anchor="b">
            <a:normAutofit/>
          </a:bodyPr>
          <a:lstStyle>
            <a:lvl1pPr>
              <a:buNone/>
              <a:defRPr lang="en-US" sz="1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609603"/>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2" y="3505200"/>
            <a:ext cx="10131428" cy="838200"/>
          </a:xfrm>
        </p:spPr>
        <p:txBody>
          <a:bodyPr vert="horz" lIns="91440" tIns="45720" rIns="91440" bIns="45720" rtlCol="0" anchor="b">
            <a:normAutofit/>
          </a:bodyPr>
          <a:lstStyle>
            <a:lvl1pPr>
              <a:buNone/>
              <a:defRPr lang="en-US" sz="21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1" y="4343400"/>
            <a:ext cx="10131428" cy="14478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2" y="609602"/>
            <a:ext cx="10131425" cy="1456267"/>
          </a:xfrm>
        </p:spPr>
        <p:txBody>
          <a:bodyPr/>
          <a:lstStyle/>
          <a:p>
            <a:r>
              <a:rPr lang="en-US"/>
              <a:t>Click to edit Master title style</a:t>
            </a:r>
            <a:endParaRPr lang="en-US" dirty="0"/>
          </a:p>
        </p:txBody>
      </p:sp>
    </p:spTree>
  </p:cSld>
  <p:clrMapOvr>
    <a:masterClrMapping/>
  </p:clrMapOvr>
  <p:transition spd="slow">
    <p:comb/>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Vertical Title 1"/>
          <p:cNvSpPr>
            <a:spLocks noGrp="1"/>
          </p:cNvSpPr>
          <p:nvPr>
            <p:ph type="title" orient="vert"/>
          </p:nvPr>
        </p:nvSpPr>
        <p:spPr>
          <a:xfrm>
            <a:off x="8658675" y="609601"/>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1"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comb/>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2" y="609602"/>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2" y="2142069"/>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7"/>
            <a:ext cx="1600200" cy="377825"/>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B61BEF0D-F0BB-DE4B-95CE-6DB70DBA9567}" type="datetimeFigureOut">
              <a:rPr lang="en-US" dirty="0"/>
              <a:pPr/>
              <a:t>9/26/2025</a:t>
            </a:fld>
            <a:endParaRPr lang="en-US" dirty="0"/>
          </a:p>
        </p:txBody>
      </p:sp>
      <p:sp>
        <p:nvSpPr>
          <p:cNvPr id="5" name="Footer Placeholder 4"/>
          <p:cNvSpPr>
            <a:spLocks noGrp="1"/>
          </p:cNvSpPr>
          <p:nvPr>
            <p:ph type="ftr" sz="quarter" idx="3"/>
          </p:nvPr>
        </p:nvSpPr>
        <p:spPr>
          <a:xfrm>
            <a:off x="685801" y="5870577"/>
            <a:ext cx="7827659" cy="377825"/>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2" y="5870577"/>
            <a:ext cx="551167" cy="377825"/>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ransition spd="slow">
    <p:comb/>
  </p:transition>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4.jpeg" /><Relationship Id="rId1" Type="http://schemas.openxmlformats.org/officeDocument/2006/relationships/slideLayout" Target="../slideLayouts/slideLayout1.xml" /><Relationship Id="rId4" Type="http://schemas.openxmlformats.org/officeDocument/2006/relationships/image" Target="../media/image6.jpeg" /></Relationships>
</file>

<file path=ppt/slides/_rels/slide2.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4.xml" /></Relationships>
</file>

<file path=ppt/slides/_rels/slide6.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E7FC5-D322-E1ED-AFFE-960CBD85087D}"/>
              </a:ext>
            </a:extLst>
          </p:cNvPr>
          <p:cNvSpPr>
            <a:spLocks noGrp="1"/>
          </p:cNvSpPr>
          <p:nvPr>
            <p:ph type="ctrTitle"/>
          </p:nvPr>
        </p:nvSpPr>
        <p:spPr>
          <a:xfrm>
            <a:off x="4900612" y="-531279"/>
            <a:ext cx="7197727" cy="1974317"/>
          </a:xfrm>
          <a:ln>
            <a:solidFill>
              <a:schemeClr val="tx2"/>
            </a:solidFill>
          </a:ln>
        </p:spPr>
        <p:txBody>
          <a:bodyPr anchor="b">
            <a:normAutofit/>
          </a:bodyPr>
          <a:lstStyle/>
          <a:p>
            <a:r>
              <a:rPr lang="en-US" sz="4000" b="1" i="1" u="sng" dirty="0">
                <a:solidFill>
                  <a:schemeClr val="accent5">
                    <a:lumMod val="40000"/>
                    <a:lumOff val="60000"/>
                  </a:schemeClr>
                </a:solidFill>
                <a:latin typeface="Franklin Gothic Heavy" panose="02000000000000000000" pitchFamily="2" charset="0"/>
                <a:ea typeface="Franklin Gothic Heavy" panose="02000000000000000000" pitchFamily="2" charset="0"/>
                <a:cs typeface="Arial Black" panose="020B0604020202020204" pitchFamily="34" charset="0"/>
              </a:rPr>
              <a:t>Exploring </a:t>
            </a:r>
            <a:r>
              <a:rPr lang="en-US" sz="4000" b="1" i="1" u="sng" dirty="0" err="1">
                <a:solidFill>
                  <a:schemeClr val="accent5">
                    <a:lumMod val="40000"/>
                    <a:lumOff val="60000"/>
                  </a:schemeClr>
                </a:solidFill>
                <a:latin typeface="Franklin Gothic Heavy" panose="02000000000000000000" pitchFamily="2" charset="0"/>
                <a:ea typeface="Franklin Gothic Heavy" panose="02000000000000000000" pitchFamily="2" charset="0"/>
                <a:cs typeface="Arial Black" panose="020B0604020202020204" pitchFamily="34" charset="0"/>
              </a:rPr>
              <a:t>Arbia’s</a:t>
            </a:r>
            <a:r>
              <a:rPr lang="en-US" sz="4000" b="1" i="1" u="sng" dirty="0">
                <a:solidFill>
                  <a:schemeClr val="accent5">
                    <a:lumMod val="40000"/>
                    <a:lumOff val="60000"/>
                  </a:schemeClr>
                </a:solidFill>
                <a:latin typeface="Franklin Gothic Heavy" panose="02000000000000000000" pitchFamily="2" charset="0"/>
                <a:ea typeface="Franklin Gothic Heavy" panose="02000000000000000000" pitchFamily="2" charset="0"/>
                <a:cs typeface="Arial Black" panose="020B0604020202020204" pitchFamily="34" charset="0"/>
              </a:rPr>
              <a:t> life</a:t>
            </a:r>
          </a:p>
        </p:txBody>
      </p:sp>
      <p:sp>
        <p:nvSpPr>
          <p:cNvPr id="3" name="Subtitle 2">
            <a:extLst>
              <a:ext uri="{FF2B5EF4-FFF2-40B4-BE49-F238E27FC236}">
                <a16:creationId xmlns:a16="http://schemas.microsoft.com/office/drawing/2014/main" id="{891A8813-E46B-BC2C-00B1-1D8551429100}"/>
              </a:ext>
            </a:extLst>
          </p:cNvPr>
          <p:cNvSpPr>
            <a:spLocks noGrp="1"/>
          </p:cNvSpPr>
          <p:nvPr>
            <p:ph type="subTitle" idx="1"/>
          </p:nvPr>
        </p:nvSpPr>
        <p:spPr>
          <a:xfrm>
            <a:off x="3950345" y="5384601"/>
            <a:ext cx="7197727" cy="1405467"/>
          </a:xfrm>
        </p:spPr>
        <p:txBody>
          <a:bodyPr>
            <a:normAutofit/>
          </a:bodyPr>
          <a:lstStyle/>
          <a:p>
            <a:r>
              <a:rPr lang="en-US" sz="3600" i="1" u="sng" dirty="0">
                <a:solidFill>
                  <a:schemeClr val="accent6">
                    <a:lumMod val="20000"/>
                    <a:lumOff val="80000"/>
                  </a:schemeClr>
                </a:solidFill>
                <a:latin typeface="Abadi" panose="020B0604020104020204" pitchFamily="34" charset="0"/>
              </a:rPr>
              <a:t>Self presentation </a:t>
            </a:r>
          </a:p>
        </p:txBody>
      </p:sp>
      <p:sp>
        <p:nvSpPr>
          <p:cNvPr id="8" name="TextBox 7">
            <a:extLst>
              <a:ext uri="{FF2B5EF4-FFF2-40B4-BE49-F238E27FC236}">
                <a16:creationId xmlns:a16="http://schemas.microsoft.com/office/drawing/2014/main" id="{A85ACB04-A5EE-3C52-28CF-9B99EFE807DB}"/>
              </a:ext>
            </a:extLst>
          </p:cNvPr>
          <p:cNvSpPr txBox="1"/>
          <p:nvPr/>
        </p:nvSpPr>
        <p:spPr>
          <a:xfrm>
            <a:off x="3164087" y="2071687"/>
            <a:ext cx="2696764" cy="2714626"/>
          </a:xfrm>
          <a:prstGeom prst="rect">
            <a:avLst/>
          </a:prstGeom>
          <a:noFill/>
        </p:spPr>
        <p:txBody>
          <a:bodyPr wrap="square" rtlCol="0">
            <a:spAutoFit/>
          </a:bodyPr>
          <a:lstStyle/>
          <a:p>
            <a:pPr algn="l"/>
            <a:endParaRPr lang="en-US" dirty="0"/>
          </a:p>
        </p:txBody>
      </p:sp>
      <p:pic>
        <p:nvPicPr>
          <p:cNvPr id="9" name="Picture 8">
            <a:extLst>
              <a:ext uri="{FF2B5EF4-FFF2-40B4-BE49-F238E27FC236}">
                <a16:creationId xmlns:a16="http://schemas.microsoft.com/office/drawing/2014/main" id="{29A50ACA-79ED-FD39-2988-B555081887E4}"/>
              </a:ext>
            </a:extLst>
          </p:cNvPr>
          <p:cNvPicPr>
            <a:picLocks noChangeAspect="1"/>
          </p:cNvPicPr>
          <p:nvPr/>
        </p:nvPicPr>
        <p:blipFill>
          <a:blip r:embed="rId2"/>
          <a:stretch>
            <a:fillRect/>
          </a:stretch>
        </p:blipFill>
        <p:spPr>
          <a:xfrm>
            <a:off x="6096000" y="1837399"/>
            <a:ext cx="5476875" cy="3343275"/>
          </a:xfrm>
          <a:prstGeom prst="rect">
            <a:avLst/>
          </a:prstGeom>
        </p:spPr>
      </p:pic>
      <p:sp>
        <p:nvSpPr>
          <p:cNvPr id="10" name="TextBox 9">
            <a:extLst>
              <a:ext uri="{FF2B5EF4-FFF2-40B4-BE49-F238E27FC236}">
                <a16:creationId xmlns:a16="http://schemas.microsoft.com/office/drawing/2014/main" id="{B5EB4144-A190-DACE-366F-AFB925C8E309}"/>
              </a:ext>
            </a:extLst>
          </p:cNvPr>
          <p:cNvSpPr txBox="1"/>
          <p:nvPr/>
        </p:nvSpPr>
        <p:spPr>
          <a:xfrm>
            <a:off x="262233" y="1580487"/>
            <a:ext cx="2666705" cy="4348826"/>
          </a:xfrm>
          <a:prstGeom prst="rect">
            <a:avLst/>
          </a:prstGeom>
          <a:noFill/>
        </p:spPr>
        <p:txBody>
          <a:bodyPr wrap="square" rtlCol="0">
            <a:spAutoFit/>
          </a:bodyPr>
          <a:lstStyle/>
          <a:p>
            <a:pPr algn="l"/>
            <a:endParaRPr lang="en-US" dirty="0"/>
          </a:p>
        </p:txBody>
      </p:sp>
      <p:pic>
        <p:nvPicPr>
          <p:cNvPr id="11" name="Picture 10">
            <a:extLst>
              <a:ext uri="{FF2B5EF4-FFF2-40B4-BE49-F238E27FC236}">
                <a16:creationId xmlns:a16="http://schemas.microsoft.com/office/drawing/2014/main" id="{CB8BA780-87F7-62CB-34A4-336FF695F4F7}"/>
              </a:ext>
            </a:extLst>
          </p:cNvPr>
          <p:cNvPicPr>
            <a:picLocks noChangeAspect="1"/>
          </p:cNvPicPr>
          <p:nvPr/>
        </p:nvPicPr>
        <p:blipFill>
          <a:blip r:embed="rId3"/>
          <a:stretch>
            <a:fillRect/>
          </a:stretch>
        </p:blipFill>
        <p:spPr>
          <a:xfrm>
            <a:off x="93661" y="0"/>
            <a:ext cx="3070426" cy="6857999"/>
          </a:xfrm>
          <a:prstGeom prst="rect">
            <a:avLst/>
          </a:prstGeom>
        </p:spPr>
      </p:pic>
      <p:sp>
        <p:nvSpPr>
          <p:cNvPr id="12" name="TextBox 11">
            <a:extLst>
              <a:ext uri="{FF2B5EF4-FFF2-40B4-BE49-F238E27FC236}">
                <a16:creationId xmlns:a16="http://schemas.microsoft.com/office/drawing/2014/main" id="{2E00C1D1-FD64-C9BA-3753-5FE3898BF622}"/>
              </a:ext>
            </a:extLst>
          </p:cNvPr>
          <p:cNvSpPr txBox="1"/>
          <p:nvPr/>
        </p:nvSpPr>
        <p:spPr>
          <a:xfrm>
            <a:off x="9002416" y="2041326"/>
            <a:ext cx="3189584" cy="3745112"/>
          </a:xfrm>
          <a:prstGeom prst="rect">
            <a:avLst/>
          </a:prstGeom>
          <a:noFill/>
        </p:spPr>
        <p:txBody>
          <a:bodyPr wrap="square" rtlCol="0">
            <a:spAutoFit/>
          </a:bodyPr>
          <a:lstStyle/>
          <a:p>
            <a:pPr algn="l"/>
            <a:endParaRPr lang="en-US" dirty="0"/>
          </a:p>
        </p:txBody>
      </p:sp>
      <p:pic>
        <p:nvPicPr>
          <p:cNvPr id="14" name="Picture 13">
            <a:extLst>
              <a:ext uri="{FF2B5EF4-FFF2-40B4-BE49-F238E27FC236}">
                <a16:creationId xmlns:a16="http://schemas.microsoft.com/office/drawing/2014/main" id="{20A52557-5BB4-83C2-C454-F77BF745423D}"/>
              </a:ext>
            </a:extLst>
          </p:cNvPr>
          <p:cNvPicPr>
            <a:picLocks noChangeAspect="1"/>
          </p:cNvPicPr>
          <p:nvPr/>
        </p:nvPicPr>
        <p:blipFill>
          <a:blip r:embed="rId4"/>
          <a:stretch>
            <a:fillRect/>
          </a:stretch>
        </p:blipFill>
        <p:spPr>
          <a:xfrm>
            <a:off x="3025573" y="0"/>
            <a:ext cx="2835278" cy="6790068"/>
          </a:xfrm>
          <a:prstGeom prst="rect">
            <a:avLst/>
          </a:prstGeom>
        </p:spPr>
      </p:pic>
    </p:spTree>
    <p:extLst>
      <p:ext uri="{BB962C8B-B14F-4D97-AF65-F5344CB8AC3E}">
        <p14:creationId xmlns:p14="http://schemas.microsoft.com/office/powerpoint/2010/main" val="234031619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E472C-842C-896C-E762-49795DAD8ED2}"/>
              </a:ext>
            </a:extLst>
          </p:cNvPr>
          <p:cNvSpPr>
            <a:spLocks noGrp="1"/>
          </p:cNvSpPr>
          <p:nvPr>
            <p:ph type="title"/>
          </p:nvPr>
        </p:nvSpPr>
        <p:spPr>
          <a:xfrm>
            <a:off x="1033970" y="418455"/>
            <a:ext cx="7598569" cy="1092200"/>
          </a:xfrm>
        </p:spPr>
        <p:txBody>
          <a:bodyPr>
            <a:normAutofit/>
          </a:bodyPr>
          <a:lstStyle/>
          <a:p>
            <a:r>
              <a:rPr lang="en-US" sz="4000" b="1" i="1" u="sng" dirty="0">
                <a:solidFill>
                  <a:srgbClr val="FFC000"/>
                </a:solidFill>
                <a:latin typeface="+mn-lt"/>
                <a:ea typeface="Franklin Gothic Heavy" panose="02000000000000000000" pitchFamily="2" charset="0"/>
                <a:cs typeface="Aharoni" panose="02010803020104030203" pitchFamily="2" charset="-79"/>
              </a:rPr>
              <a:t>Introduction </a:t>
            </a:r>
          </a:p>
        </p:txBody>
      </p:sp>
      <p:sp>
        <p:nvSpPr>
          <p:cNvPr id="3" name="Content Placeholder 2">
            <a:extLst>
              <a:ext uri="{FF2B5EF4-FFF2-40B4-BE49-F238E27FC236}">
                <a16:creationId xmlns:a16="http://schemas.microsoft.com/office/drawing/2014/main" id="{FEFB1D2A-8671-4C32-55F5-77B68C909B16}"/>
              </a:ext>
            </a:extLst>
          </p:cNvPr>
          <p:cNvSpPr>
            <a:spLocks noGrp="1"/>
          </p:cNvSpPr>
          <p:nvPr>
            <p:ph idx="1"/>
          </p:nvPr>
        </p:nvSpPr>
        <p:spPr>
          <a:xfrm>
            <a:off x="1166365" y="1605521"/>
            <a:ext cx="6463531" cy="4007892"/>
          </a:xfrm>
        </p:spPr>
        <p:txBody>
          <a:bodyPr>
            <a:normAutofit/>
          </a:bodyPr>
          <a:lstStyle/>
          <a:p>
            <a:pPr marL="0" indent="0">
              <a:buNone/>
            </a:pPr>
            <a:r>
              <a:rPr lang="en-US" sz="2800" i="1" dirty="0"/>
              <a:t>My name is </a:t>
            </a:r>
            <a:r>
              <a:rPr lang="en-US" sz="2800" i="1" dirty="0" err="1"/>
              <a:t>Arbia</a:t>
            </a:r>
            <a:r>
              <a:rPr lang="en-US" sz="2800" i="1" dirty="0"/>
              <a:t> </a:t>
            </a:r>
            <a:r>
              <a:rPr lang="en-US" sz="2800" i="1" dirty="0" err="1"/>
              <a:t>Sohail</a:t>
            </a:r>
            <a:r>
              <a:rPr lang="en-US" sz="2800" i="1" dirty="0"/>
              <a:t>. The girl with lots of dreams and future goals. Studying in class 9 and I live in Karachi. I enjoy learning new things, especially in my computer course, and I always try to do my best in studies. In this presentation, I will share about my personality, hobbies, achievements, skills, and future goals.</a:t>
            </a:r>
          </a:p>
          <a:p>
            <a:pPr marL="0" indent="0">
              <a:buNone/>
            </a:pPr>
            <a:endParaRPr lang="en-US" sz="2800" i="1" dirty="0"/>
          </a:p>
        </p:txBody>
      </p:sp>
      <p:sp>
        <p:nvSpPr>
          <p:cNvPr id="4" name="TextBox 3">
            <a:extLst>
              <a:ext uri="{FF2B5EF4-FFF2-40B4-BE49-F238E27FC236}">
                <a16:creationId xmlns:a16="http://schemas.microsoft.com/office/drawing/2014/main" id="{DA9BABC9-3FBF-541C-E4F6-87C9C50AA97F}"/>
              </a:ext>
            </a:extLst>
          </p:cNvPr>
          <p:cNvSpPr txBox="1"/>
          <p:nvPr/>
        </p:nvSpPr>
        <p:spPr>
          <a:xfrm>
            <a:off x="8261450" y="1111027"/>
            <a:ext cx="1905744" cy="2679626"/>
          </a:xfrm>
          <a:prstGeom prst="rect">
            <a:avLst/>
          </a:prstGeom>
          <a:noFill/>
        </p:spPr>
        <p:txBody>
          <a:bodyPr wrap="square" rtlCol="0">
            <a:spAutoFit/>
          </a:bodyPr>
          <a:lstStyle/>
          <a:p>
            <a:pPr algn="l"/>
            <a:endParaRPr lang="en-US" sz="1350" dirty="0"/>
          </a:p>
        </p:txBody>
      </p:sp>
      <p:pic>
        <p:nvPicPr>
          <p:cNvPr id="6" name="Picture 5">
            <a:extLst>
              <a:ext uri="{FF2B5EF4-FFF2-40B4-BE49-F238E27FC236}">
                <a16:creationId xmlns:a16="http://schemas.microsoft.com/office/drawing/2014/main" id="{7C800D77-3486-C1C1-78C2-757CD53B1257}"/>
              </a:ext>
            </a:extLst>
          </p:cNvPr>
          <p:cNvPicPr>
            <a:picLocks noChangeAspect="1"/>
          </p:cNvPicPr>
          <p:nvPr/>
        </p:nvPicPr>
        <p:blipFill>
          <a:blip r:embed="rId2"/>
          <a:stretch>
            <a:fillRect/>
          </a:stretch>
        </p:blipFill>
        <p:spPr>
          <a:xfrm>
            <a:off x="8632539" y="1498365"/>
            <a:ext cx="2393096" cy="2679626"/>
          </a:xfrm>
          <a:prstGeom prst="rect">
            <a:avLst/>
          </a:prstGeom>
        </p:spPr>
      </p:pic>
    </p:spTree>
    <p:extLst>
      <p:ext uri="{BB962C8B-B14F-4D97-AF65-F5344CB8AC3E}">
        <p14:creationId xmlns:p14="http://schemas.microsoft.com/office/powerpoint/2010/main" val="411400483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2D23A-EE27-2F95-2613-60B0B5B2D70C}"/>
              </a:ext>
            </a:extLst>
          </p:cNvPr>
          <p:cNvSpPr>
            <a:spLocks noGrp="1"/>
          </p:cNvSpPr>
          <p:nvPr>
            <p:ph type="title"/>
          </p:nvPr>
        </p:nvSpPr>
        <p:spPr>
          <a:xfrm>
            <a:off x="868564" y="962621"/>
            <a:ext cx="7598569" cy="891182"/>
          </a:xfrm>
        </p:spPr>
        <p:txBody>
          <a:bodyPr>
            <a:normAutofit fontScale="90000"/>
          </a:bodyPr>
          <a:lstStyle/>
          <a:p>
            <a:r>
              <a:rPr lang="en-US" sz="4000" b="1" i="1" u="sng" dirty="0">
                <a:solidFill>
                  <a:srgbClr val="FFC000"/>
                </a:solidFill>
                <a:latin typeface="+mn-lt"/>
                <a:ea typeface="Colonna MT" panose="02000000000000000000" pitchFamily="2" charset="0"/>
                <a:cs typeface="Aharoni" panose="02010803020104030203" pitchFamily="2" charset="-79"/>
              </a:rPr>
              <a:t>Personality traits and hobbies </a:t>
            </a:r>
          </a:p>
        </p:txBody>
      </p:sp>
      <p:graphicFrame>
        <p:nvGraphicFramePr>
          <p:cNvPr id="10" name="Content Placeholder 9">
            <a:extLst>
              <a:ext uri="{FF2B5EF4-FFF2-40B4-BE49-F238E27FC236}">
                <a16:creationId xmlns:a16="http://schemas.microsoft.com/office/drawing/2014/main" id="{105EC8CC-960F-B21D-EE82-AAECC11AFF3B}"/>
              </a:ext>
            </a:extLst>
          </p:cNvPr>
          <p:cNvGraphicFramePr>
            <a:graphicFrameLocks noGrp="1"/>
          </p:cNvGraphicFramePr>
          <p:nvPr>
            <p:ph idx="1"/>
            <p:extLst>
              <p:ext uri="{D42A27DB-BD31-4B8C-83A1-F6EECF244321}">
                <p14:modId xmlns:p14="http://schemas.microsoft.com/office/powerpoint/2010/main" val="1616639963"/>
              </p:ext>
            </p:extLst>
          </p:nvPr>
        </p:nvGraphicFramePr>
        <p:xfrm>
          <a:off x="963814" y="2280343"/>
          <a:ext cx="6357045" cy="3080148"/>
        </p:xfrm>
        <a:graphic>
          <a:graphicData uri="http://schemas.openxmlformats.org/drawingml/2006/table">
            <a:tbl>
              <a:tblPr firstRow="1" bandRow="1" bandCol="1">
                <a:tableStyleId>{72833802-FEF1-4C79-8D5D-14CF1EAF98D9}</a:tableStyleId>
              </a:tblPr>
              <a:tblGrid>
                <a:gridCol w="2827946">
                  <a:extLst>
                    <a:ext uri="{9D8B030D-6E8A-4147-A177-3AD203B41FA5}">
                      <a16:colId xmlns:a16="http://schemas.microsoft.com/office/drawing/2014/main" val="3027084094"/>
                    </a:ext>
                  </a:extLst>
                </a:gridCol>
                <a:gridCol w="3529099">
                  <a:extLst>
                    <a:ext uri="{9D8B030D-6E8A-4147-A177-3AD203B41FA5}">
                      <a16:colId xmlns:a16="http://schemas.microsoft.com/office/drawing/2014/main" val="3255432992"/>
                    </a:ext>
                  </a:extLst>
                </a:gridCol>
              </a:tblGrid>
              <a:tr h="770037">
                <a:tc>
                  <a:txBody>
                    <a:bodyPr/>
                    <a:lstStyle/>
                    <a:p>
                      <a:pPr algn="ctr"/>
                      <a:r>
                        <a:rPr lang="en-US" sz="2800" u="sng" dirty="0"/>
                        <a:t>Personality traits </a:t>
                      </a:r>
                      <a:endParaRPr lang="en-US" sz="2800" b="1" i="1" u="sng" dirty="0">
                        <a:solidFill>
                          <a:srgbClr val="C00000"/>
                        </a:solidFill>
                      </a:endParaRPr>
                    </a:p>
                  </a:txBody>
                  <a:tcPr marL="68580" marR="68580" marT="34290" marB="34290"/>
                </a:tc>
                <a:tc>
                  <a:txBody>
                    <a:bodyPr/>
                    <a:lstStyle/>
                    <a:p>
                      <a:r>
                        <a:rPr lang="en-US" sz="2800" u="sng" dirty="0"/>
                        <a:t>Hobbies and interests </a:t>
                      </a:r>
                      <a:endParaRPr lang="en-US" sz="2800" i="1" u="sng" dirty="0">
                        <a:solidFill>
                          <a:schemeClr val="bg1"/>
                        </a:solidFill>
                      </a:endParaRPr>
                    </a:p>
                  </a:txBody>
                  <a:tcPr marL="68580" marR="68580" marT="34290" marB="34290"/>
                </a:tc>
                <a:extLst>
                  <a:ext uri="{0D108BD9-81ED-4DB2-BD59-A6C34878D82A}">
                    <a16:rowId xmlns:a16="http://schemas.microsoft.com/office/drawing/2014/main" val="1387372836"/>
                  </a:ext>
                </a:extLst>
              </a:tr>
              <a:tr h="770037">
                <a:tc>
                  <a:txBody>
                    <a:bodyPr/>
                    <a:lstStyle/>
                    <a:p>
                      <a:r>
                        <a:rPr lang="en-US" sz="2800" i="1" u="none" strike="noStrike" dirty="0"/>
                        <a:t>Creative </a:t>
                      </a:r>
                      <a:endParaRPr lang="en-US" sz="2800" i="1" u="none" strike="noStrike" dirty="0">
                        <a:solidFill>
                          <a:srgbClr val="00B0F0"/>
                        </a:solidFill>
                      </a:endParaRPr>
                    </a:p>
                  </a:txBody>
                  <a:tcPr marL="68580" marR="68580" marT="34290" marB="34290"/>
                </a:tc>
                <a:tc>
                  <a:txBody>
                    <a:bodyPr/>
                    <a:lstStyle/>
                    <a:p>
                      <a:r>
                        <a:rPr lang="en-US" sz="2800" i="1" u="none" strike="noStrike" dirty="0"/>
                        <a:t>Reading books</a:t>
                      </a:r>
                      <a:endParaRPr lang="en-US" sz="2800" b="1" i="1" u="none" strike="noStrike" dirty="0">
                        <a:solidFill>
                          <a:schemeClr val="bg1"/>
                        </a:solidFill>
                      </a:endParaRPr>
                    </a:p>
                  </a:txBody>
                  <a:tcPr marL="68580" marR="68580" marT="34290" marB="34290"/>
                </a:tc>
                <a:extLst>
                  <a:ext uri="{0D108BD9-81ED-4DB2-BD59-A6C34878D82A}">
                    <a16:rowId xmlns:a16="http://schemas.microsoft.com/office/drawing/2014/main" val="1863453273"/>
                  </a:ext>
                </a:extLst>
              </a:tr>
              <a:tr h="770037">
                <a:tc>
                  <a:txBody>
                    <a:bodyPr/>
                    <a:lstStyle/>
                    <a:p>
                      <a:r>
                        <a:rPr lang="en-US" sz="2800" i="1" u="none" strike="noStrike" dirty="0"/>
                        <a:t>Hard working </a:t>
                      </a:r>
                      <a:endParaRPr lang="en-US" sz="2800" b="1" i="1" u="none" strike="noStrike" dirty="0"/>
                    </a:p>
                  </a:txBody>
                  <a:tcPr marL="68580" marR="68580" marT="34290" marB="34290"/>
                </a:tc>
                <a:tc>
                  <a:txBody>
                    <a:bodyPr/>
                    <a:lstStyle/>
                    <a:p>
                      <a:r>
                        <a:rPr lang="en-US" sz="2800" i="1" u="none" strike="noStrike" dirty="0"/>
                        <a:t>Drawing </a:t>
                      </a:r>
                    </a:p>
                  </a:txBody>
                  <a:tcPr marL="68580" marR="68580" marT="34290" marB="34290"/>
                </a:tc>
                <a:extLst>
                  <a:ext uri="{0D108BD9-81ED-4DB2-BD59-A6C34878D82A}">
                    <a16:rowId xmlns:a16="http://schemas.microsoft.com/office/drawing/2014/main" val="1824464924"/>
                  </a:ext>
                </a:extLst>
              </a:tr>
              <a:tr h="770037">
                <a:tc>
                  <a:txBody>
                    <a:bodyPr/>
                    <a:lstStyle/>
                    <a:p>
                      <a:r>
                        <a:rPr lang="en-US" sz="2800" i="1" u="none" strike="noStrike" dirty="0"/>
                        <a:t>Positive thinking </a:t>
                      </a:r>
                      <a:endParaRPr lang="en-US" sz="2800" b="1" i="1" u="none" strike="noStrike" dirty="0"/>
                    </a:p>
                  </a:txBody>
                  <a:tcPr marL="68580" marR="68580" marT="34290" marB="34290"/>
                </a:tc>
                <a:tc>
                  <a:txBody>
                    <a:bodyPr/>
                    <a:lstStyle/>
                    <a:p>
                      <a:r>
                        <a:rPr lang="en-US" sz="2800" i="1" u="none" strike="noStrike" dirty="0"/>
                        <a:t>Listening to music </a:t>
                      </a:r>
                      <a:endParaRPr lang="en-US" sz="2800" b="1" i="1" u="none" strike="noStrike" dirty="0"/>
                    </a:p>
                  </a:txBody>
                  <a:tcPr marL="68580" marR="68580" marT="34290" marB="34290"/>
                </a:tc>
                <a:extLst>
                  <a:ext uri="{0D108BD9-81ED-4DB2-BD59-A6C34878D82A}">
                    <a16:rowId xmlns:a16="http://schemas.microsoft.com/office/drawing/2014/main" val="1524230161"/>
                  </a:ext>
                </a:extLst>
              </a:tr>
            </a:tbl>
          </a:graphicData>
        </a:graphic>
      </p:graphicFrame>
      <p:pic>
        <p:nvPicPr>
          <p:cNvPr id="4" name="Picture 3">
            <a:extLst>
              <a:ext uri="{FF2B5EF4-FFF2-40B4-BE49-F238E27FC236}">
                <a16:creationId xmlns:a16="http://schemas.microsoft.com/office/drawing/2014/main" id="{1D06F9C1-2FAB-5DAE-5765-09446AB11C5F}"/>
              </a:ext>
            </a:extLst>
          </p:cNvPr>
          <p:cNvPicPr>
            <a:picLocks noChangeAspect="1"/>
          </p:cNvPicPr>
          <p:nvPr/>
        </p:nvPicPr>
        <p:blipFill>
          <a:blip r:embed="rId2"/>
          <a:stretch>
            <a:fillRect/>
          </a:stretch>
        </p:blipFill>
        <p:spPr>
          <a:xfrm>
            <a:off x="8467133" y="1393031"/>
            <a:ext cx="3234032" cy="4318762"/>
          </a:xfrm>
          <a:prstGeom prst="rect">
            <a:avLst/>
          </a:prstGeom>
        </p:spPr>
      </p:pic>
    </p:spTree>
    <p:extLst>
      <p:ext uri="{BB962C8B-B14F-4D97-AF65-F5344CB8AC3E}">
        <p14:creationId xmlns:p14="http://schemas.microsoft.com/office/powerpoint/2010/main" val="169035586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1E4C79-5C86-D0A9-7B9E-BE7077F1077E}"/>
              </a:ext>
            </a:extLst>
          </p:cNvPr>
          <p:cNvSpPr>
            <a:spLocks noGrp="1"/>
          </p:cNvSpPr>
          <p:nvPr>
            <p:ph idx="1"/>
          </p:nvPr>
        </p:nvSpPr>
        <p:spPr>
          <a:xfrm>
            <a:off x="575513" y="1838137"/>
            <a:ext cx="7112053" cy="3864570"/>
          </a:xfrm>
        </p:spPr>
        <p:txBody>
          <a:bodyPr>
            <a:noAutofit/>
          </a:bodyPr>
          <a:lstStyle/>
          <a:p>
            <a:pPr marL="0" indent="0">
              <a:buNone/>
            </a:pPr>
            <a:r>
              <a:rPr lang="en-US" sz="2800" b="1" i="1" dirty="0">
                <a:solidFill>
                  <a:schemeClr val="accent3">
                    <a:lumMod val="40000"/>
                    <a:lumOff val="60000"/>
                  </a:schemeClr>
                </a:solidFill>
              </a:rPr>
              <a:t>ACHIEVEMENTS:</a:t>
            </a:r>
          </a:p>
          <a:p>
            <a:pPr marL="0" indent="0">
              <a:buNone/>
            </a:pPr>
            <a:r>
              <a:rPr lang="en-US" sz="2400" i="1" dirty="0"/>
              <a:t>One of my biggest achievements is getting good marks in my exams and taking part in different school activities. I am proud of the effort I put into my studies and projects. </a:t>
            </a:r>
          </a:p>
          <a:p>
            <a:pPr marL="0" indent="0">
              <a:buNone/>
            </a:pPr>
            <a:r>
              <a:rPr lang="en-US" sz="2800" b="1" i="1" dirty="0">
                <a:solidFill>
                  <a:schemeClr val="accent3">
                    <a:lumMod val="40000"/>
                    <a:lumOff val="60000"/>
                  </a:schemeClr>
                </a:solidFill>
              </a:rPr>
              <a:t>Skills through CIT:</a:t>
            </a:r>
          </a:p>
          <a:p>
            <a:pPr marL="0" indent="0">
              <a:buNone/>
            </a:pPr>
            <a:r>
              <a:rPr lang="en-US" sz="2400" i="1" dirty="0"/>
              <a:t>In my CIT course, I have learned many useful skills such as working with MS Word, creating presentations in PowerPoint, and get knowledge about networking. These skills are very helpful for my studies and will also benefit me in my future career. They have made me more confident in using technology. </a:t>
            </a:r>
          </a:p>
        </p:txBody>
      </p:sp>
      <p:sp>
        <p:nvSpPr>
          <p:cNvPr id="4" name="TextBox 3">
            <a:extLst>
              <a:ext uri="{FF2B5EF4-FFF2-40B4-BE49-F238E27FC236}">
                <a16:creationId xmlns:a16="http://schemas.microsoft.com/office/drawing/2014/main" id="{E1EF29C5-E9C5-7067-DCAE-4C176620FB8B}"/>
              </a:ext>
            </a:extLst>
          </p:cNvPr>
          <p:cNvSpPr txBox="1"/>
          <p:nvPr/>
        </p:nvSpPr>
        <p:spPr>
          <a:xfrm>
            <a:off x="8261450" y="1738611"/>
            <a:ext cx="2146696" cy="2480667"/>
          </a:xfrm>
          <a:prstGeom prst="rect">
            <a:avLst/>
          </a:prstGeom>
          <a:noFill/>
        </p:spPr>
        <p:txBody>
          <a:bodyPr wrap="square" rtlCol="0">
            <a:spAutoFit/>
          </a:bodyPr>
          <a:lstStyle/>
          <a:p>
            <a:pPr algn="l"/>
            <a:endParaRPr lang="en-US" sz="1350" dirty="0"/>
          </a:p>
        </p:txBody>
      </p:sp>
      <p:sp>
        <p:nvSpPr>
          <p:cNvPr id="6" name="TextBox 5">
            <a:extLst>
              <a:ext uri="{FF2B5EF4-FFF2-40B4-BE49-F238E27FC236}">
                <a16:creationId xmlns:a16="http://schemas.microsoft.com/office/drawing/2014/main" id="{72F61D3F-BE0C-20A7-272F-2F4D4666E124}"/>
              </a:ext>
            </a:extLst>
          </p:cNvPr>
          <p:cNvSpPr txBox="1"/>
          <p:nvPr/>
        </p:nvSpPr>
        <p:spPr>
          <a:xfrm>
            <a:off x="8167240" y="988518"/>
            <a:ext cx="2500760" cy="2574429"/>
          </a:xfrm>
          <a:prstGeom prst="rect">
            <a:avLst/>
          </a:prstGeom>
          <a:noFill/>
        </p:spPr>
        <p:txBody>
          <a:bodyPr wrap="square" rtlCol="0">
            <a:spAutoFit/>
          </a:bodyPr>
          <a:lstStyle/>
          <a:p>
            <a:pPr algn="l"/>
            <a:endParaRPr lang="en-US" sz="1350" dirty="0"/>
          </a:p>
        </p:txBody>
      </p:sp>
      <p:pic>
        <p:nvPicPr>
          <p:cNvPr id="7" name="Picture 6">
            <a:extLst>
              <a:ext uri="{FF2B5EF4-FFF2-40B4-BE49-F238E27FC236}">
                <a16:creationId xmlns:a16="http://schemas.microsoft.com/office/drawing/2014/main" id="{FF49D836-68C7-A6AE-F7F7-31A007DC2E03}"/>
              </a:ext>
            </a:extLst>
          </p:cNvPr>
          <p:cNvPicPr>
            <a:picLocks noChangeAspect="1"/>
          </p:cNvPicPr>
          <p:nvPr/>
        </p:nvPicPr>
        <p:blipFill>
          <a:blip r:embed="rId2"/>
          <a:stretch>
            <a:fillRect/>
          </a:stretch>
        </p:blipFill>
        <p:spPr>
          <a:xfrm>
            <a:off x="8261450" y="1644849"/>
            <a:ext cx="2886224" cy="2574429"/>
          </a:xfrm>
          <a:prstGeom prst="rect">
            <a:avLst/>
          </a:prstGeom>
        </p:spPr>
      </p:pic>
      <p:sp>
        <p:nvSpPr>
          <p:cNvPr id="8" name="Title 7">
            <a:extLst>
              <a:ext uri="{FF2B5EF4-FFF2-40B4-BE49-F238E27FC236}">
                <a16:creationId xmlns:a16="http://schemas.microsoft.com/office/drawing/2014/main" id="{B0750085-5084-98E0-F4A0-A3ED67557C01}"/>
              </a:ext>
            </a:extLst>
          </p:cNvPr>
          <p:cNvSpPr>
            <a:spLocks noGrp="1"/>
          </p:cNvSpPr>
          <p:nvPr>
            <p:ph type="title"/>
          </p:nvPr>
        </p:nvSpPr>
        <p:spPr>
          <a:xfrm>
            <a:off x="409869" y="-139584"/>
            <a:ext cx="10131425" cy="1456267"/>
          </a:xfrm>
        </p:spPr>
        <p:txBody>
          <a:bodyPr>
            <a:normAutofit/>
          </a:bodyPr>
          <a:lstStyle/>
          <a:p>
            <a:r>
              <a:rPr lang="en-US" sz="4000" b="1" i="1" u="sng" dirty="0">
                <a:solidFill>
                  <a:srgbClr val="FFC000"/>
                </a:solidFill>
                <a:latin typeface="+mn-lt"/>
                <a:cs typeface="Aharoni" panose="02010803020104030203" pitchFamily="2" charset="-79"/>
              </a:rPr>
              <a:t>Achievements and skills (through CIT)</a:t>
            </a:r>
          </a:p>
        </p:txBody>
      </p:sp>
    </p:spTree>
    <p:extLst>
      <p:ext uri="{BB962C8B-B14F-4D97-AF65-F5344CB8AC3E}">
        <p14:creationId xmlns:p14="http://schemas.microsoft.com/office/powerpoint/2010/main" val="329418771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FCB09-1A13-F87E-0FCC-74AA77899C99}"/>
              </a:ext>
            </a:extLst>
          </p:cNvPr>
          <p:cNvSpPr>
            <a:spLocks noGrp="1"/>
          </p:cNvSpPr>
          <p:nvPr>
            <p:ph type="title"/>
          </p:nvPr>
        </p:nvSpPr>
        <p:spPr/>
        <p:txBody>
          <a:bodyPr/>
          <a:lstStyle/>
          <a:p>
            <a:r>
              <a:rPr lang="en-US" b="1" i="1" u="sng" dirty="0">
                <a:solidFill>
                  <a:srgbClr val="FFC000"/>
                </a:solidFill>
              </a:rPr>
              <a:t>My tools and talents </a:t>
            </a:r>
          </a:p>
        </p:txBody>
      </p:sp>
      <p:sp>
        <p:nvSpPr>
          <p:cNvPr id="8" name="TextBox 7">
            <a:extLst>
              <a:ext uri="{FF2B5EF4-FFF2-40B4-BE49-F238E27FC236}">
                <a16:creationId xmlns:a16="http://schemas.microsoft.com/office/drawing/2014/main" id="{121AAA52-4350-FB9E-5C18-65C43F91D92B}"/>
              </a:ext>
            </a:extLst>
          </p:cNvPr>
          <p:cNvSpPr txBox="1"/>
          <p:nvPr/>
        </p:nvSpPr>
        <p:spPr>
          <a:xfrm>
            <a:off x="9340453" y="757703"/>
            <a:ext cx="2165744" cy="1959106"/>
          </a:xfrm>
          <a:prstGeom prst="rect">
            <a:avLst/>
          </a:prstGeom>
          <a:noFill/>
        </p:spPr>
        <p:txBody>
          <a:bodyPr wrap="square" rtlCol="0">
            <a:spAutoFit/>
          </a:bodyPr>
          <a:lstStyle/>
          <a:p>
            <a:pPr algn="l"/>
            <a:endParaRPr lang="en-US" dirty="0"/>
          </a:p>
        </p:txBody>
      </p:sp>
      <p:pic>
        <p:nvPicPr>
          <p:cNvPr id="9" name="Picture 8">
            <a:extLst>
              <a:ext uri="{FF2B5EF4-FFF2-40B4-BE49-F238E27FC236}">
                <a16:creationId xmlns:a16="http://schemas.microsoft.com/office/drawing/2014/main" id="{E9EDFDB6-DCD0-0324-9BC6-D2E2E46BD6EC}"/>
              </a:ext>
            </a:extLst>
          </p:cNvPr>
          <p:cNvPicPr>
            <a:picLocks noChangeAspect="1"/>
          </p:cNvPicPr>
          <p:nvPr/>
        </p:nvPicPr>
        <p:blipFill>
          <a:blip r:embed="rId2"/>
          <a:stretch>
            <a:fillRect/>
          </a:stretch>
        </p:blipFill>
        <p:spPr>
          <a:xfrm>
            <a:off x="9127330" y="1337735"/>
            <a:ext cx="2591990" cy="3448183"/>
          </a:xfrm>
          <a:prstGeom prst="rect">
            <a:avLst/>
          </a:prstGeom>
        </p:spPr>
      </p:pic>
      <p:graphicFrame>
        <p:nvGraphicFramePr>
          <p:cNvPr id="3" name="Table 2">
            <a:extLst>
              <a:ext uri="{FF2B5EF4-FFF2-40B4-BE49-F238E27FC236}">
                <a16:creationId xmlns:a16="http://schemas.microsoft.com/office/drawing/2014/main" id="{4A6A1552-5833-E364-9C9C-14A0848A74B1}"/>
              </a:ext>
            </a:extLst>
          </p:cNvPr>
          <p:cNvGraphicFramePr>
            <a:graphicFrameLocks noGrp="1"/>
          </p:cNvGraphicFramePr>
          <p:nvPr>
            <p:extLst>
              <p:ext uri="{D42A27DB-BD31-4B8C-83A1-F6EECF244321}">
                <p14:modId xmlns:p14="http://schemas.microsoft.com/office/powerpoint/2010/main" val="3461781724"/>
              </p:ext>
            </p:extLst>
          </p:nvPr>
        </p:nvGraphicFramePr>
        <p:xfrm>
          <a:off x="472680" y="2065870"/>
          <a:ext cx="8415999" cy="3990528"/>
        </p:xfrm>
        <a:graphic>
          <a:graphicData uri="http://schemas.openxmlformats.org/drawingml/2006/table">
            <a:tbl>
              <a:tblPr firstRow="1" bandRow="1">
                <a:tableStyleId>{3C2FFA5D-87B4-456A-9821-1D502468CF0F}</a:tableStyleId>
              </a:tblPr>
              <a:tblGrid>
                <a:gridCol w="2997333">
                  <a:extLst>
                    <a:ext uri="{9D8B030D-6E8A-4147-A177-3AD203B41FA5}">
                      <a16:colId xmlns:a16="http://schemas.microsoft.com/office/drawing/2014/main" val="806458345"/>
                    </a:ext>
                  </a:extLst>
                </a:gridCol>
                <a:gridCol w="2709333">
                  <a:extLst>
                    <a:ext uri="{9D8B030D-6E8A-4147-A177-3AD203B41FA5}">
                      <a16:colId xmlns:a16="http://schemas.microsoft.com/office/drawing/2014/main" val="3425610535"/>
                    </a:ext>
                  </a:extLst>
                </a:gridCol>
                <a:gridCol w="2709333">
                  <a:extLst>
                    <a:ext uri="{9D8B030D-6E8A-4147-A177-3AD203B41FA5}">
                      <a16:colId xmlns:a16="http://schemas.microsoft.com/office/drawing/2014/main" val="3655070148"/>
                    </a:ext>
                  </a:extLst>
                </a:gridCol>
              </a:tblGrid>
              <a:tr h="1202176">
                <a:tc>
                  <a:txBody>
                    <a:bodyPr/>
                    <a:lstStyle/>
                    <a:p>
                      <a:pPr algn="ctr"/>
                      <a:r>
                        <a:rPr lang="en-US" sz="2800" i="1" dirty="0" err="1"/>
                        <a:t>Favourite</a:t>
                      </a:r>
                      <a:r>
                        <a:rPr lang="en-US" sz="2800" i="1" dirty="0"/>
                        <a:t> tool</a:t>
                      </a:r>
                    </a:p>
                  </a:txBody>
                  <a:tcPr anchor="ctr"/>
                </a:tc>
                <a:tc>
                  <a:txBody>
                    <a:bodyPr/>
                    <a:lstStyle/>
                    <a:p>
                      <a:pPr algn="ctr"/>
                      <a:r>
                        <a:rPr lang="en-US" sz="2800" i="1" u="sng" dirty="0"/>
                        <a:t>Strength </a:t>
                      </a:r>
                    </a:p>
                  </a:txBody>
                  <a:tcPr anchor="ctr"/>
                </a:tc>
                <a:tc>
                  <a:txBody>
                    <a:bodyPr/>
                    <a:lstStyle/>
                    <a:p>
                      <a:pPr algn="ctr"/>
                      <a:r>
                        <a:rPr lang="en-US" sz="2800" i="1" u="sng" dirty="0"/>
                        <a:t>Weakness </a:t>
                      </a:r>
                    </a:p>
                  </a:txBody>
                  <a:tcPr anchor="ctr"/>
                </a:tc>
                <a:extLst>
                  <a:ext uri="{0D108BD9-81ED-4DB2-BD59-A6C34878D82A}">
                    <a16:rowId xmlns:a16="http://schemas.microsoft.com/office/drawing/2014/main" val="2436143224"/>
                  </a:ext>
                </a:extLst>
              </a:tr>
              <a:tr h="1394176">
                <a:tc>
                  <a:txBody>
                    <a:bodyPr/>
                    <a:lstStyle/>
                    <a:p>
                      <a:r>
                        <a:rPr lang="en-US" sz="2400" i="1" dirty="0"/>
                        <a:t>Mobile phone </a:t>
                      </a:r>
                    </a:p>
                  </a:txBody>
                  <a:tcPr/>
                </a:tc>
                <a:tc>
                  <a:txBody>
                    <a:bodyPr/>
                    <a:lstStyle/>
                    <a:p>
                      <a:r>
                        <a:rPr lang="en-US" sz="2400" i="1" dirty="0"/>
                        <a:t>Confident speaker </a:t>
                      </a:r>
                    </a:p>
                  </a:txBody>
                  <a:tcPr/>
                </a:tc>
                <a:tc>
                  <a:txBody>
                    <a:bodyPr/>
                    <a:lstStyle/>
                    <a:p>
                      <a:r>
                        <a:rPr lang="en-US" sz="2400" i="1" dirty="0"/>
                        <a:t>Taking extra time</a:t>
                      </a:r>
                    </a:p>
                  </a:txBody>
                  <a:tcPr/>
                </a:tc>
                <a:extLst>
                  <a:ext uri="{0D108BD9-81ED-4DB2-BD59-A6C34878D82A}">
                    <a16:rowId xmlns:a16="http://schemas.microsoft.com/office/drawing/2014/main" val="1042546423"/>
                  </a:ext>
                </a:extLst>
              </a:tr>
              <a:tr h="1394176">
                <a:tc>
                  <a:txBody>
                    <a:bodyPr/>
                    <a:lstStyle/>
                    <a:p>
                      <a:r>
                        <a:rPr lang="en-US" sz="2400" i="1" dirty="0"/>
                        <a:t>PowerPoint</a:t>
                      </a:r>
                      <a:r>
                        <a:rPr lang="en-US" dirty="0"/>
                        <a:t> </a:t>
                      </a:r>
                    </a:p>
                  </a:txBody>
                  <a:tcPr/>
                </a:tc>
                <a:tc>
                  <a:txBody>
                    <a:bodyPr/>
                    <a:lstStyle/>
                    <a:p>
                      <a:r>
                        <a:rPr lang="en-US" sz="2400" i="1" dirty="0"/>
                        <a:t>Quick learner </a:t>
                      </a:r>
                    </a:p>
                  </a:txBody>
                  <a:tcPr/>
                </a:tc>
                <a:tc>
                  <a:txBody>
                    <a:bodyPr/>
                    <a:lstStyle/>
                    <a:p>
                      <a:r>
                        <a:rPr lang="en-US" sz="2400" i="1" dirty="0"/>
                        <a:t>Avoid medicines</a:t>
                      </a:r>
                    </a:p>
                  </a:txBody>
                  <a:tcPr/>
                </a:tc>
                <a:extLst>
                  <a:ext uri="{0D108BD9-81ED-4DB2-BD59-A6C34878D82A}">
                    <a16:rowId xmlns:a16="http://schemas.microsoft.com/office/drawing/2014/main" val="2292094804"/>
                  </a:ext>
                </a:extLst>
              </a:tr>
            </a:tbl>
          </a:graphicData>
        </a:graphic>
      </p:graphicFrame>
    </p:spTree>
    <p:extLst>
      <p:ext uri="{BB962C8B-B14F-4D97-AF65-F5344CB8AC3E}">
        <p14:creationId xmlns:p14="http://schemas.microsoft.com/office/powerpoint/2010/main" val="142647401"/>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CF3E0-706D-D927-D2C7-74819B019FBD}"/>
              </a:ext>
            </a:extLst>
          </p:cNvPr>
          <p:cNvSpPr>
            <a:spLocks noGrp="1"/>
          </p:cNvSpPr>
          <p:nvPr>
            <p:ph type="title"/>
          </p:nvPr>
        </p:nvSpPr>
        <p:spPr>
          <a:xfrm>
            <a:off x="685803" y="0"/>
            <a:ext cx="10131425" cy="1456267"/>
          </a:xfrm>
        </p:spPr>
        <p:txBody>
          <a:bodyPr/>
          <a:lstStyle/>
          <a:p>
            <a:r>
              <a:rPr lang="en-US" b="1" i="1" u="sng" dirty="0">
                <a:solidFill>
                  <a:srgbClr val="FFC000"/>
                </a:solidFill>
              </a:rPr>
              <a:t>Future goals and inspiration </a:t>
            </a:r>
          </a:p>
        </p:txBody>
      </p:sp>
      <p:sp>
        <p:nvSpPr>
          <p:cNvPr id="3" name="Content Placeholder 2">
            <a:extLst>
              <a:ext uri="{FF2B5EF4-FFF2-40B4-BE49-F238E27FC236}">
                <a16:creationId xmlns:a16="http://schemas.microsoft.com/office/drawing/2014/main" id="{6EC2B170-BA42-2FE6-3315-081025FF3C7C}"/>
              </a:ext>
            </a:extLst>
          </p:cNvPr>
          <p:cNvSpPr>
            <a:spLocks noGrp="1"/>
          </p:cNvSpPr>
          <p:nvPr>
            <p:ph idx="1"/>
          </p:nvPr>
        </p:nvSpPr>
        <p:spPr>
          <a:xfrm>
            <a:off x="525069" y="1456267"/>
            <a:ext cx="8476056" cy="4625578"/>
          </a:xfrm>
        </p:spPr>
        <p:txBody>
          <a:bodyPr>
            <a:noAutofit/>
          </a:bodyPr>
          <a:lstStyle/>
          <a:p>
            <a:pPr marL="0" indent="0">
              <a:buNone/>
            </a:pPr>
            <a:endParaRPr lang="en-US" sz="2400" b="1" i="1" dirty="0">
              <a:solidFill>
                <a:schemeClr val="accent3">
                  <a:lumMod val="60000"/>
                  <a:lumOff val="40000"/>
                </a:schemeClr>
              </a:solidFill>
            </a:endParaRPr>
          </a:p>
          <a:p>
            <a:pPr marL="0" indent="0">
              <a:buNone/>
            </a:pPr>
            <a:r>
              <a:rPr lang="en-US" sz="2400" b="1" i="1" dirty="0">
                <a:solidFill>
                  <a:schemeClr val="accent3">
                    <a:lumMod val="60000"/>
                    <a:lumOff val="40000"/>
                  </a:schemeClr>
                </a:solidFill>
              </a:rPr>
              <a:t>Future goals:</a:t>
            </a:r>
          </a:p>
          <a:p>
            <a:pPr marL="0" indent="0">
              <a:buNone/>
            </a:pPr>
            <a:r>
              <a:rPr lang="en-US" sz="2400" b="1" i="1" dirty="0">
                <a:solidFill>
                  <a:schemeClr val="accent3">
                    <a:lumMod val="60000"/>
                    <a:lumOff val="40000"/>
                  </a:schemeClr>
                </a:solidFill>
              </a:rPr>
              <a:t>                            </a:t>
            </a:r>
            <a:r>
              <a:rPr lang="en-US" sz="2400" i="1" dirty="0"/>
              <a:t>My future goals are to improve my computer and communication skills so that I can do my work more efficiently. In the long term, I want to become a successful Doctor . I believe that working hard and learning new things every day will help me reach my dreams</a:t>
            </a:r>
            <a:endParaRPr lang="en-US" sz="2400" b="1" i="1" dirty="0">
              <a:solidFill>
                <a:schemeClr val="accent3">
                  <a:lumMod val="60000"/>
                  <a:lumOff val="40000"/>
                </a:schemeClr>
              </a:solidFill>
            </a:endParaRPr>
          </a:p>
          <a:p>
            <a:pPr marL="0" indent="0">
              <a:buNone/>
            </a:pPr>
            <a:r>
              <a:rPr lang="en-US" sz="2400" b="1" i="1" dirty="0">
                <a:solidFill>
                  <a:schemeClr val="accent3">
                    <a:lumMod val="60000"/>
                    <a:lumOff val="40000"/>
                  </a:schemeClr>
                </a:solidFill>
              </a:rPr>
              <a:t>Inspired by:</a:t>
            </a:r>
          </a:p>
          <a:p>
            <a:pPr marL="0" indent="0">
              <a:buNone/>
            </a:pPr>
            <a:r>
              <a:rPr lang="en-US" sz="2400" b="1" i="1" dirty="0">
                <a:solidFill>
                  <a:schemeClr val="accent3">
                    <a:lumMod val="60000"/>
                    <a:lumOff val="40000"/>
                  </a:schemeClr>
                </a:solidFill>
              </a:rPr>
              <a:t>                       </a:t>
            </a:r>
            <a:r>
              <a:rPr lang="en-US" sz="2400" i="1" dirty="0"/>
              <a:t>My role models are my parents because they always guide me and work hard for our family. Their dedication and support inspire me to stay focused, work hard, and always try to do my best in everything I do</a:t>
            </a:r>
          </a:p>
          <a:p>
            <a:pPr marL="0" indent="0">
              <a:buNone/>
            </a:pPr>
            <a:endParaRPr lang="en-US" sz="2400" b="1" i="1" dirty="0">
              <a:solidFill>
                <a:schemeClr val="accent3">
                  <a:lumMod val="60000"/>
                  <a:lumOff val="40000"/>
                </a:schemeClr>
              </a:solidFill>
            </a:endParaRPr>
          </a:p>
          <a:p>
            <a:pPr marL="0" indent="0">
              <a:buNone/>
            </a:pPr>
            <a:endParaRPr lang="en-US" sz="2400" b="1" i="1" dirty="0">
              <a:solidFill>
                <a:schemeClr val="accent3">
                  <a:lumMod val="60000"/>
                  <a:lumOff val="40000"/>
                </a:schemeClr>
              </a:solidFill>
            </a:endParaRPr>
          </a:p>
          <a:p>
            <a:pPr marL="0" indent="0">
              <a:buNone/>
            </a:pPr>
            <a:endParaRPr lang="en-US" sz="2400" b="1" i="1" dirty="0">
              <a:solidFill>
                <a:schemeClr val="accent3">
                  <a:lumMod val="60000"/>
                  <a:lumOff val="40000"/>
                </a:schemeClr>
              </a:solidFill>
            </a:endParaRPr>
          </a:p>
        </p:txBody>
      </p:sp>
      <p:sp>
        <p:nvSpPr>
          <p:cNvPr id="4" name="TextBox 3">
            <a:extLst>
              <a:ext uri="{FF2B5EF4-FFF2-40B4-BE49-F238E27FC236}">
                <a16:creationId xmlns:a16="http://schemas.microsoft.com/office/drawing/2014/main" id="{440BFEE9-368F-AC01-5C0B-FF0695FA3D7F}"/>
              </a:ext>
            </a:extLst>
          </p:cNvPr>
          <p:cNvSpPr txBox="1"/>
          <p:nvPr/>
        </p:nvSpPr>
        <p:spPr>
          <a:xfrm>
            <a:off x="9161859" y="300765"/>
            <a:ext cx="2571350" cy="2646032"/>
          </a:xfrm>
          <a:prstGeom prst="rect">
            <a:avLst/>
          </a:prstGeom>
          <a:noFill/>
        </p:spPr>
        <p:txBody>
          <a:bodyPr wrap="square" rtlCol="0">
            <a:spAutoFit/>
          </a:bodyPr>
          <a:lstStyle/>
          <a:p>
            <a:pPr algn="l"/>
            <a:endParaRPr lang="en-US" dirty="0"/>
          </a:p>
        </p:txBody>
      </p:sp>
      <p:pic>
        <p:nvPicPr>
          <p:cNvPr id="5" name="Picture 4">
            <a:extLst>
              <a:ext uri="{FF2B5EF4-FFF2-40B4-BE49-F238E27FC236}">
                <a16:creationId xmlns:a16="http://schemas.microsoft.com/office/drawing/2014/main" id="{881CFA29-42D8-BA05-9318-B25F1E14FF6A}"/>
              </a:ext>
            </a:extLst>
          </p:cNvPr>
          <p:cNvPicPr>
            <a:picLocks noChangeAspect="1"/>
          </p:cNvPicPr>
          <p:nvPr/>
        </p:nvPicPr>
        <p:blipFill>
          <a:blip r:embed="rId2"/>
          <a:stretch>
            <a:fillRect/>
          </a:stretch>
        </p:blipFill>
        <p:spPr>
          <a:xfrm>
            <a:off x="9209884" y="1129750"/>
            <a:ext cx="2571350" cy="3192219"/>
          </a:xfrm>
          <a:prstGeom prst="rect">
            <a:avLst/>
          </a:prstGeom>
        </p:spPr>
      </p:pic>
    </p:spTree>
    <p:extLst>
      <p:ext uri="{BB962C8B-B14F-4D97-AF65-F5344CB8AC3E}">
        <p14:creationId xmlns:p14="http://schemas.microsoft.com/office/powerpoint/2010/main" val="3482378186"/>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75DB6-B9B5-EC9B-5FDE-795C70E69EB6}"/>
              </a:ext>
            </a:extLst>
          </p:cNvPr>
          <p:cNvSpPr>
            <a:spLocks noGrp="1"/>
          </p:cNvSpPr>
          <p:nvPr>
            <p:ph type="title"/>
          </p:nvPr>
        </p:nvSpPr>
        <p:spPr>
          <a:xfrm>
            <a:off x="507209" y="252415"/>
            <a:ext cx="10131425" cy="1456267"/>
          </a:xfrm>
        </p:spPr>
        <p:txBody>
          <a:bodyPr/>
          <a:lstStyle/>
          <a:p>
            <a:r>
              <a:rPr lang="en-US" b="1" i="1" u="sng" dirty="0">
                <a:solidFill>
                  <a:srgbClr val="FFC000"/>
                </a:solidFill>
              </a:rPr>
              <a:t>Ending and something fun</a:t>
            </a:r>
          </a:p>
        </p:txBody>
      </p:sp>
      <p:sp>
        <p:nvSpPr>
          <p:cNvPr id="3" name="Content Placeholder 2">
            <a:extLst>
              <a:ext uri="{FF2B5EF4-FFF2-40B4-BE49-F238E27FC236}">
                <a16:creationId xmlns:a16="http://schemas.microsoft.com/office/drawing/2014/main" id="{E3161E6D-4356-E5EB-8904-193FE1D98C0D}"/>
              </a:ext>
            </a:extLst>
          </p:cNvPr>
          <p:cNvSpPr>
            <a:spLocks noGrp="1"/>
          </p:cNvSpPr>
          <p:nvPr>
            <p:ph idx="1"/>
          </p:nvPr>
        </p:nvSpPr>
        <p:spPr>
          <a:xfrm>
            <a:off x="785216" y="1875235"/>
            <a:ext cx="5848946" cy="4036220"/>
          </a:xfrm>
        </p:spPr>
        <p:txBody>
          <a:bodyPr anchor="b">
            <a:normAutofit/>
          </a:bodyPr>
          <a:lstStyle/>
          <a:p>
            <a:pPr marL="0" indent="0">
              <a:buNone/>
            </a:pPr>
            <a:r>
              <a:rPr lang="en-US" sz="2400" i="1" dirty="0"/>
              <a:t>Thank you for listening to my presentation. I hope you enjoyed learning about me. A fun fact about me is that I can stay awake all night if I’m reading an interesting book or working on a project I love. I enjoy discovering new things and always try to make learning fun and exciting</a:t>
            </a:r>
          </a:p>
          <a:p>
            <a:pPr marL="0" indent="0" algn="ctr">
              <a:buNone/>
            </a:pPr>
            <a:endParaRPr lang="en-US" sz="4000" i="1" dirty="0">
              <a:solidFill>
                <a:schemeClr val="bg2">
                  <a:lumMod val="40000"/>
                  <a:lumOff val="60000"/>
                </a:schemeClr>
              </a:solidFill>
            </a:endParaRPr>
          </a:p>
          <a:p>
            <a:pPr marL="0" indent="0">
              <a:buNone/>
            </a:pPr>
            <a:endParaRPr lang="en-US" sz="2400" i="1" dirty="0"/>
          </a:p>
        </p:txBody>
      </p:sp>
      <p:sp>
        <p:nvSpPr>
          <p:cNvPr id="6" name="TextBox 5">
            <a:extLst>
              <a:ext uri="{FF2B5EF4-FFF2-40B4-BE49-F238E27FC236}">
                <a16:creationId xmlns:a16="http://schemas.microsoft.com/office/drawing/2014/main" id="{936D6DBF-9177-4601-DC01-00AF5B652686}"/>
              </a:ext>
            </a:extLst>
          </p:cNvPr>
          <p:cNvSpPr txBox="1"/>
          <p:nvPr/>
        </p:nvSpPr>
        <p:spPr>
          <a:xfrm>
            <a:off x="5184576" y="2514600"/>
            <a:ext cx="1828800" cy="1828800"/>
          </a:xfrm>
          <a:prstGeom prst="rect">
            <a:avLst/>
          </a:prstGeom>
          <a:noFill/>
        </p:spPr>
        <p:txBody>
          <a:bodyPr wrap="square" rtlCol="0">
            <a:spAutoFit/>
          </a:bodyPr>
          <a:lstStyle/>
          <a:p>
            <a:pPr algn="l"/>
            <a:endParaRPr lang="en-US" dirty="0"/>
          </a:p>
        </p:txBody>
      </p:sp>
      <p:sp>
        <p:nvSpPr>
          <p:cNvPr id="7" name="TextBox 6">
            <a:extLst>
              <a:ext uri="{FF2B5EF4-FFF2-40B4-BE49-F238E27FC236}">
                <a16:creationId xmlns:a16="http://schemas.microsoft.com/office/drawing/2014/main" id="{6C843A0B-2AA9-DB8A-1769-88A4757B6DAF}"/>
              </a:ext>
            </a:extLst>
          </p:cNvPr>
          <p:cNvSpPr txBox="1"/>
          <p:nvPr/>
        </p:nvSpPr>
        <p:spPr>
          <a:xfrm>
            <a:off x="7590235" y="847427"/>
            <a:ext cx="3816549" cy="3334346"/>
          </a:xfrm>
          <a:prstGeom prst="rect">
            <a:avLst/>
          </a:prstGeom>
          <a:noFill/>
        </p:spPr>
        <p:txBody>
          <a:bodyPr wrap="square" rtlCol="0">
            <a:spAutoFit/>
          </a:bodyPr>
          <a:lstStyle/>
          <a:p>
            <a:pPr algn="l"/>
            <a:endParaRPr lang="en-US" dirty="0"/>
          </a:p>
        </p:txBody>
      </p:sp>
      <p:pic>
        <p:nvPicPr>
          <p:cNvPr id="8" name="Picture 7">
            <a:extLst>
              <a:ext uri="{FF2B5EF4-FFF2-40B4-BE49-F238E27FC236}">
                <a16:creationId xmlns:a16="http://schemas.microsoft.com/office/drawing/2014/main" id="{C6F3B469-5E1E-0C0B-F232-80F444AD193B}"/>
              </a:ext>
            </a:extLst>
          </p:cNvPr>
          <p:cNvPicPr>
            <a:picLocks noChangeAspect="1"/>
          </p:cNvPicPr>
          <p:nvPr/>
        </p:nvPicPr>
        <p:blipFill>
          <a:blip r:embed="rId2"/>
          <a:stretch>
            <a:fillRect/>
          </a:stretch>
        </p:blipFill>
        <p:spPr>
          <a:xfrm>
            <a:off x="7013376" y="980548"/>
            <a:ext cx="4671415" cy="4398964"/>
          </a:xfrm>
          <a:prstGeom prst="rect">
            <a:avLst/>
          </a:prstGeom>
        </p:spPr>
      </p:pic>
      <p:sp>
        <p:nvSpPr>
          <p:cNvPr id="4" name="TextBox 3">
            <a:extLst>
              <a:ext uri="{FF2B5EF4-FFF2-40B4-BE49-F238E27FC236}">
                <a16:creationId xmlns:a16="http://schemas.microsoft.com/office/drawing/2014/main" id="{2D7EE51F-1487-BCF1-7BDE-D1EB76F90EE5}"/>
              </a:ext>
            </a:extLst>
          </p:cNvPr>
          <p:cNvSpPr txBox="1"/>
          <p:nvPr/>
        </p:nvSpPr>
        <p:spPr>
          <a:xfrm>
            <a:off x="1214438" y="4857749"/>
            <a:ext cx="5419724" cy="1323439"/>
          </a:xfrm>
          <a:prstGeom prst="rect">
            <a:avLst/>
          </a:prstGeom>
          <a:noFill/>
        </p:spPr>
        <p:txBody>
          <a:bodyPr wrap="square" rtlCol="0" anchor="ctr">
            <a:spAutoFit/>
          </a:bodyPr>
          <a:lstStyle/>
          <a:p>
            <a:pPr algn="ctr"/>
            <a:r>
              <a:rPr lang="en-US" sz="4000" b="1" i="1" u="sng" dirty="0">
                <a:solidFill>
                  <a:schemeClr val="bg2">
                    <a:lumMod val="40000"/>
                    <a:lumOff val="60000"/>
                  </a:schemeClr>
                </a:solidFill>
              </a:rPr>
              <a:t>Thank you for your time and cooperation.</a:t>
            </a:r>
          </a:p>
        </p:txBody>
      </p:sp>
    </p:spTree>
    <p:extLst>
      <p:ext uri="{BB962C8B-B14F-4D97-AF65-F5344CB8AC3E}">
        <p14:creationId xmlns:p14="http://schemas.microsoft.com/office/powerpoint/2010/main" val="212869334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0</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Celestial</vt:lpstr>
      <vt:lpstr>Exploring Arbia’s life</vt:lpstr>
      <vt:lpstr>Introduction </vt:lpstr>
      <vt:lpstr>Personality traits and hobbies </vt:lpstr>
      <vt:lpstr>Achievements and skills (through CIT)</vt:lpstr>
      <vt:lpstr>My tools and talents </vt:lpstr>
      <vt:lpstr>Future goals and inspiration </vt:lpstr>
      <vt:lpstr>Ending and something fun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Exploring Arbia’s life</dc:title>
  <dc:creator>Arbia Sohail</dc:creator>
  <cp:lastModifiedBy>Arbia Sohail</cp:lastModifiedBy>
  <cp:revision>15</cp:revision>
  <dcterms:created xsi:type="dcterms:W3CDTF">2025-09-22T10:42:19Z</dcterms:created>
  <dcterms:modified xsi:type="dcterms:W3CDTF">2025-09-26T15:05:10Z</dcterms:modified>
</cp:coreProperties>
</file>